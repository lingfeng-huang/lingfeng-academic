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75" d="100"/>
          <a:sy n="75" d="100"/>
        </p:scale>
        <p:origin x="-210" y="30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9DC82C-2F04-96F0-E484-99CDECCE2F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21D4A20-2A66-56EB-F10C-F765281D55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A44A2E-4B36-7DC2-6D7C-E130CCADA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FAB69-0A6B-4D63-89A1-5583AA24D863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3B9F19-FD92-E8D4-4835-83F8987C1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0B8455-40E7-DF44-D9B8-2B8CBF442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B1D25-394E-46E0-A14F-24AABCAE98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0823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3AD9D9-E763-F711-AA80-17CC5B455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1C2813-1CD7-F8E4-3170-A5E2280C6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C6B5E5-5E02-5BED-944C-6ECC88C6C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FAB69-0A6B-4D63-89A1-5583AA24D863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0E3C9D-C4C4-BD3D-D5C9-7A42910B8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13AB15-F4B8-1123-9C00-21F126E95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B1D25-394E-46E0-A14F-24AABCAE98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167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1AB1AD-72CA-E0FA-2020-F23826698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ACF5A0-F771-DB88-87AA-B27BCE7AC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923228-E35B-28BF-AE5F-D1F5FFFAC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FAB69-0A6B-4D63-89A1-5583AA24D863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F8FDE3-C5C8-02A4-31CF-5DB6B9E8E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2FD0A1-D7C4-F290-6527-4A62A2036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B1D25-394E-46E0-A14F-24AABCAE98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460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463B61-3440-D803-FC3E-A5D7D226E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B54387-EC71-EB0B-C1F4-198B9D1853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EA0B4C1-7484-CAF8-CFDF-126B45B7B6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F939DB-2111-6687-2476-C7A01558C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FAB69-0A6B-4D63-89A1-5583AA24D863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4E7AE7-BD6E-111E-90B1-05D4D0FF7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93D936D-F820-F9D7-BAA3-7491655C2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B1D25-394E-46E0-A14F-24AABCAE98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3885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F6ECCC-2547-8ED7-71D0-5482A38E6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E7F5437-D357-956B-51C4-F564531BA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FFC4806-7D31-D148-44B9-C708024531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0956686-1679-E4C3-1FF8-3386EA087A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A290D30-8CED-F919-E1CC-CBECC01EA7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94A18C1-008E-E7A3-C5F6-2F6C58C32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FAB69-0A6B-4D63-89A1-5583AA24D863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4878140-4DCE-3E85-4840-9377F0AAC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635F7C1-5127-0A71-09DC-D162233AB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B1D25-394E-46E0-A14F-24AABCAE98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782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BF1845-5F27-4956-F321-C39537638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FDD3C07-81E3-EDE0-2D48-9F3C76CBD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FAB69-0A6B-4D63-89A1-5583AA24D863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4E7FAEF-A837-574C-4C1A-FDD35BCE5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7B65656-2FCC-916A-0A2D-E0158BC76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B1D25-394E-46E0-A14F-24AABCAE98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3771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9B5FC76-9821-427F-3596-250EE8D56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FAB69-0A6B-4D63-89A1-5583AA24D863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F5ECBD2-7783-61A3-4CC0-0BF256AE6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19126D-10ED-4B9C-FA3F-8183A3F5A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B1D25-394E-46E0-A14F-24AABCAE98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5146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6EEE1C-1031-C622-D86E-8B2BFBB59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2A7DF7-CFB4-3C38-039F-0391501C6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71D5F72-AB87-34F6-DF44-CF30F11BCA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7967F7-EA77-711C-2B9A-31716C5FE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FAB69-0A6B-4D63-89A1-5583AA24D863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43FB9C8-2662-829B-ECCD-3A60043CB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D77860-E383-B684-45E7-DFEA44E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B1D25-394E-46E0-A14F-24AABCAE98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7369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291391-F767-DC84-4C68-F00F4218F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EA2E0C8-CF9B-2D04-733D-04E17BDF67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5169281-ABE1-BA6F-1395-9B82A18AF1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FA785E1-C31A-74CB-4EDA-0785ED1C8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FAB69-0A6B-4D63-89A1-5583AA24D863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0C3F69-EEDE-90AC-5652-C6224B76A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0B1DFDA-8DA5-DF0A-E9D9-38D1B7F7F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B1D25-394E-46E0-A14F-24AABCAE98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524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BEB3CC-9C40-6B10-7118-5776A3065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8E20B92-869A-F1A5-4251-CC4219A089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6D5396-D288-E969-81C5-3D9738D86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FAB69-0A6B-4D63-89A1-5583AA24D863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B6C845-EA1C-F166-E496-34D8FBCF0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879369-1472-8C1D-EC3C-3DCE38354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B1D25-394E-46E0-A14F-24AABCAE98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4166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1F3ED2F-9955-EE4E-894A-E7A74D3E3C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54C9AEB-AF76-584B-D72B-A26AC1982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07A2B3-9085-ECA9-9829-BE21F9357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FAB69-0A6B-4D63-89A1-5583AA24D863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4BE2D3-5008-141E-F304-389FAEDF9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EF1663-07C8-6DE9-597E-05D4AEEFB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B1D25-394E-46E0-A14F-24AABCAE98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8438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46B39DB-8EE8-A618-9523-943AFE498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CC5624-2A75-989F-899C-6CEDD67AD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356C10-D578-9E3B-8F0F-A801D1ED85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AFAB69-0A6B-4D63-89A1-5583AA24D863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BE6ABE-9E67-0AA0-9122-0E79C8AD3E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859B67-A8B8-0B67-46DF-4F8D51AD15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7B1D25-394E-46E0-A14F-24AABCAE98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2011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B02DA2E-BA65-ED79-BE20-D5AEF940C5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0160"/>
            <a:ext cx="9144000" cy="6858000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E9BED647-8090-1441-B2DF-4EA38D35C270}"/>
              </a:ext>
            </a:extLst>
          </p:cNvPr>
          <p:cNvSpPr/>
          <p:nvPr/>
        </p:nvSpPr>
        <p:spPr>
          <a:xfrm>
            <a:off x="7835900" y="3093720"/>
            <a:ext cx="1071880" cy="6908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2AA443F4-A648-8DFC-3A65-20F2D678FDA6}"/>
              </a:ext>
            </a:extLst>
          </p:cNvPr>
          <p:cNvSpPr/>
          <p:nvPr/>
        </p:nvSpPr>
        <p:spPr>
          <a:xfrm>
            <a:off x="2108200" y="3784600"/>
            <a:ext cx="1071880" cy="6908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4D113BA-96F0-A2D3-94AA-8246890D82F6}"/>
              </a:ext>
            </a:extLst>
          </p:cNvPr>
          <p:cNvSpPr txBox="1"/>
          <p:nvPr/>
        </p:nvSpPr>
        <p:spPr>
          <a:xfrm>
            <a:off x="5625447" y="4013200"/>
            <a:ext cx="25971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Bragg scattering based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Meta-structure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6451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</Words>
  <Application>Microsoft Office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Lingfeng Huang</dc:creator>
  <cp:lastModifiedBy>Lingfeng Huang</cp:lastModifiedBy>
  <cp:revision>1</cp:revision>
  <dcterms:created xsi:type="dcterms:W3CDTF">2026-04-26T12:43:39Z</dcterms:created>
  <dcterms:modified xsi:type="dcterms:W3CDTF">2026-04-26T12:45:37Z</dcterms:modified>
</cp:coreProperties>
</file>